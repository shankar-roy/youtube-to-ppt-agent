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rbit 1"/>
          <p:cNvSpPr/>
          <p:nvPr/>
        </p:nvSpPr>
        <p:spPr>
          <a:xfrm>
            <a:off x="4929987" y="2263140"/>
            <a:ext cx="2331720" cy="233172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rbit 2"/>
          <p:cNvSpPr/>
          <p:nvPr/>
        </p:nvSpPr>
        <p:spPr>
          <a:xfrm>
            <a:off x="4472787" y="1805940"/>
            <a:ext cx="3246120" cy="324612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rbit 3"/>
          <p:cNvSpPr/>
          <p:nvPr/>
        </p:nvSpPr>
        <p:spPr>
          <a:xfrm>
            <a:off x="3947007" y="1280160"/>
            <a:ext cx="4297680" cy="429768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rbit 4"/>
          <p:cNvSpPr/>
          <p:nvPr/>
        </p:nvSpPr>
        <p:spPr>
          <a:xfrm>
            <a:off x="3398367" y="731519"/>
            <a:ext cx="5394960" cy="539496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rbit 5"/>
          <p:cNvSpPr/>
          <p:nvPr/>
        </p:nvSpPr>
        <p:spPr>
          <a:xfrm>
            <a:off x="2826867" y="160019"/>
            <a:ext cx="6537960" cy="653796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rbit 6"/>
          <p:cNvSpPr/>
          <p:nvPr/>
        </p:nvSpPr>
        <p:spPr>
          <a:xfrm>
            <a:off x="2232507" y="-434339"/>
            <a:ext cx="7726679" cy="7726679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rbit 7"/>
          <p:cNvSpPr/>
          <p:nvPr/>
        </p:nvSpPr>
        <p:spPr>
          <a:xfrm>
            <a:off x="1615287" y="-1051560"/>
            <a:ext cx="8961120" cy="896112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bit 8"/>
          <p:cNvSpPr/>
          <p:nvPr/>
        </p:nvSpPr>
        <p:spPr>
          <a:xfrm>
            <a:off x="975207" y="-1691639"/>
            <a:ext cx="10241280" cy="1024128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rbit 9"/>
          <p:cNvSpPr/>
          <p:nvPr/>
        </p:nvSpPr>
        <p:spPr>
          <a:xfrm>
            <a:off x="289407" y="-2377439"/>
            <a:ext cx="11612880" cy="1161288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rbit 10"/>
          <p:cNvSpPr/>
          <p:nvPr/>
        </p:nvSpPr>
        <p:spPr>
          <a:xfrm>
            <a:off x="-396392" y="-3063239"/>
            <a:ext cx="12984480" cy="12984480"/>
          </a:xfrm>
          <a:prstGeom prst="ellipse">
            <a:avLst/>
          </a:prstGeom>
          <a:noFill/>
          <a:ln w="15875">
            <a:solidFill>
              <a:srgbClr val="7B8AB8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r 1"/>
          <p:cNvSpPr/>
          <p:nvPr/>
        </p:nvSpPr>
        <p:spPr>
          <a:xfrm>
            <a:off x="1417320" y="1691640"/>
            <a:ext cx="91440" cy="91440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r 2"/>
          <p:cNvSpPr/>
          <p:nvPr/>
        </p:nvSpPr>
        <p:spPr>
          <a:xfrm>
            <a:off x="2606040" y="502920"/>
            <a:ext cx="73152" cy="73152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r 3"/>
          <p:cNvSpPr/>
          <p:nvPr/>
        </p:nvSpPr>
        <p:spPr>
          <a:xfrm>
            <a:off x="3246120" y="2331720"/>
            <a:ext cx="64008" cy="64008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r 4"/>
          <p:cNvSpPr/>
          <p:nvPr/>
        </p:nvSpPr>
        <p:spPr>
          <a:xfrm>
            <a:off x="3977639" y="868680"/>
            <a:ext cx="82296" cy="82296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r 5"/>
          <p:cNvSpPr/>
          <p:nvPr/>
        </p:nvSpPr>
        <p:spPr>
          <a:xfrm>
            <a:off x="4434840" y="4160520"/>
            <a:ext cx="73152" cy="73152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r 6"/>
          <p:cNvSpPr/>
          <p:nvPr/>
        </p:nvSpPr>
        <p:spPr>
          <a:xfrm>
            <a:off x="5074920" y="1965960"/>
            <a:ext cx="64008" cy="64008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r 7"/>
          <p:cNvSpPr/>
          <p:nvPr/>
        </p:nvSpPr>
        <p:spPr>
          <a:xfrm>
            <a:off x="7178040" y="594360"/>
            <a:ext cx="82296" cy="82296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r 8"/>
          <p:cNvSpPr/>
          <p:nvPr/>
        </p:nvSpPr>
        <p:spPr>
          <a:xfrm>
            <a:off x="7452360" y="4983480"/>
            <a:ext cx="73152" cy="73152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r 9"/>
          <p:cNvSpPr/>
          <p:nvPr/>
        </p:nvSpPr>
        <p:spPr>
          <a:xfrm>
            <a:off x="8183879" y="3794760"/>
            <a:ext cx="64008" cy="64008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r 10"/>
          <p:cNvSpPr/>
          <p:nvPr/>
        </p:nvSpPr>
        <p:spPr>
          <a:xfrm>
            <a:off x="8732520" y="5989320"/>
            <a:ext cx="73152" cy="73152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r 11"/>
          <p:cNvSpPr/>
          <p:nvPr/>
        </p:nvSpPr>
        <p:spPr>
          <a:xfrm>
            <a:off x="10195560" y="1874519"/>
            <a:ext cx="82296" cy="82296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r 12"/>
          <p:cNvSpPr/>
          <p:nvPr/>
        </p:nvSpPr>
        <p:spPr>
          <a:xfrm>
            <a:off x="10561320" y="4434840"/>
            <a:ext cx="64008" cy="64008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r 13"/>
          <p:cNvSpPr/>
          <p:nvPr/>
        </p:nvSpPr>
        <p:spPr>
          <a:xfrm>
            <a:off x="11567160" y="1508760"/>
            <a:ext cx="73152" cy="73152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r 14"/>
          <p:cNvSpPr/>
          <p:nvPr/>
        </p:nvSpPr>
        <p:spPr>
          <a:xfrm>
            <a:off x="868680" y="4709160"/>
            <a:ext cx="64008" cy="64008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r 15"/>
          <p:cNvSpPr/>
          <p:nvPr/>
        </p:nvSpPr>
        <p:spPr>
          <a:xfrm>
            <a:off x="1691640" y="6080760"/>
            <a:ext cx="82296" cy="82296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r 16"/>
          <p:cNvSpPr/>
          <p:nvPr/>
        </p:nvSpPr>
        <p:spPr>
          <a:xfrm>
            <a:off x="6263640" y="6263640"/>
            <a:ext cx="64008" cy="64008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r 17"/>
          <p:cNvSpPr/>
          <p:nvPr/>
        </p:nvSpPr>
        <p:spPr>
          <a:xfrm>
            <a:off x="9464040" y="411480"/>
            <a:ext cx="73152" cy="73152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ar 18"/>
          <p:cNvSpPr/>
          <p:nvPr/>
        </p:nvSpPr>
        <p:spPr>
          <a:xfrm>
            <a:off x="2880360" y="5623560"/>
            <a:ext cx="64008" cy="64008"/>
          </a:xfrm>
          <a:prstGeom prst="star4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un 1"/>
          <p:cNvSpPr/>
          <p:nvPr/>
        </p:nvSpPr>
        <p:spPr>
          <a:xfrm>
            <a:off x="4971135" y="2304288"/>
            <a:ext cx="2249424" cy="2249424"/>
          </a:xfrm>
          <a:prstGeom prst="ellipse">
            <a:avLst/>
          </a:prstGeom>
          <a:solidFill>
            <a:srgbClr val="3D2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un 2"/>
          <p:cNvSpPr/>
          <p:nvPr/>
        </p:nvSpPr>
        <p:spPr>
          <a:xfrm>
            <a:off x="5053431" y="2386584"/>
            <a:ext cx="2084831" cy="2084831"/>
          </a:xfrm>
          <a:prstGeom prst="ellipse">
            <a:avLst/>
          </a:prstGeom>
          <a:solidFill>
            <a:srgbClr val="5A3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un 3"/>
          <p:cNvSpPr/>
          <p:nvPr/>
        </p:nvSpPr>
        <p:spPr>
          <a:xfrm>
            <a:off x="5190591" y="2523744"/>
            <a:ext cx="1810512" cy="1810512"/>
          </a:xfrm>
          <a:prstGeom prst="ellipse">
            <a:avLst/>
          </a:prstGeom>
          <a:solidFill>
            <a:srgbClr val="E09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un 4"/>
          <p:cNvSpPr/>
          <p:nvPr/>
        </p:nvSpPr>
        <p:spPr>
          <a:xfrm>
            <a:off x="5355183" y="2688336"/>
            <a:ext cx="1481328" cy="1481328"/>
          </a:xfrm>
          <a:prstGeom prst="ellipse">
            <a:avLst/>
          </a:prstGeom>
          <a:solidFill>
            <a:srgbClr val="FF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EPTUNE body"/>
          <p:cNvSpPr/>
          <p:nvPr/>
        </p:nvSpPr>
        <p:spPr>
          <a:xfrm>
            <a:off x="201168" y="164592"/>
            <a:ext cx="749808" cy="749808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EPTUNE shade"/>
          <p:cNvSpPr/>
          <p:nvPr/>
        </p:nvSpPr>
        <p:spPr>
          <a:xfrm rot="12000000">
            <a:off x="201168" y="164592"/>
            <a:ext cx="749808" cy="749808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2E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EPTUNE label"/>
          <p:cNvSpPr txBox="1"/>
          <p:nvPr/>
        </p:nvSpPr>
        <p:spPr>
          <a:xfrm>
            <a:off x="1078992" y="164592"/>
            <a:ext cx="306324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i="1" b="1">
                <a:solidFill>
                  <a:srgbClr val="4AA4E8"/>
                </a:solidFill>
                <a:latin typeface="Arial Narrow"/>
              </a:defRPr>
            </a:pPr>
            <a:r>
              <a:t>NEPTUNE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THE ENIGMATIC BLUE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PLANET WITH VERY COLD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TEMPERATURE</a:t>
            </a:r>
          </a:p>
        </p:txBody>
      </p:sp>
      <p:sp>
        <p:nvSpPr>
          <p:cNvPr id="37" name="SATURN body"/>
          <p:cNvSpPr/>
          <p:nvPr/>
        </p:nvSpPr>
        <p:spPr>
          <a:xfrm>
            <a:off x="11228832" y="256032"/>
            <a:ext cx="658368" cy="658368"/>
          </a:xfrm>
          <a:prstGeom prst="ellipse">
            <a:avLst/>
          </a:prstGeom>
          <a:solidFill>
            <a:srgbClr val="C45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ATURN shade"/>
          <p:cNvSpPr/>
          <p:nvPr/>
        </p:nvSpPr>
        <p:spPr>
          <a:xfrm rot="2400000">
            <a:off x="11228832" y="256032"/>
            <a:ext cx="658368" cy="658368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8A3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ATURN label"/>
          <p:cNvSpPr txBox="1"/>
          <p:nvPr/>
        </p:nvSpPr>
        <p:spPr>
          <a:xfrm>
            <a:off x="7818120" y="164592"/>
            <a:ext cx="3246120" cy="9601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i="1" b="1">
                <a:solidFill>
                  <a:srgbClr val="C85BB8"/>
                </a:solidFill>
                <a:latin typeface="Arial Narrow"/>
              </a:defRPr>
            </a:pPr>
            <a:r>
              <a:t>SATURN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GAS GIANT &amp; SECOND LARGEST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PLANET AFTER JUPITER IN OUR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SOLAR SYSTEM</a:t>
            </a:r>
          </a:p>
        </p:txBody>
      </p:sp>
      <p:sp>
        <p:nvSpPr>
          <p:cNvPr id="40" name="MERCURY body"/>
          <p:cNvSpPr/>
          <p:nvPr/>
        </p:nvSpPr>
        <p:spPr>
          <a:xfrm>
            <a:off x="5687568" y="1572768"/>
            <a:ext cx="530352" cy="530352"/>
          </a:xfrm>
          <a:prstGeom prst="ellipse">
            <a:avLst/>
          </a:prstGeom>
          <a:solidFill>
            <a:srgbClr val="E0B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ERCURY shade"/>
          <p:cNvSpPr/>
          <p:nvPr/>
        </p:nvSpPr>
        <p:spPr>
          <a:xfrm rot="1800000">
            <a:off x="5687568" y="1572768"/>
            <a:ext cx="530352" cy="530352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C48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ERCURY label"/>
          <p:cNvSpPr txBox="1"/>
          <p:nvPr/>
        </p:nvSpPr>
        <p:spPr>
          <a:xfrm>
            <a:off x="2606040" y="1234440"/>
            <a:ext cx="2971800" cy="9601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i="1" b="1">
                <a:solidFill>
                  <a:srgbClr val="E0A85C"/>
                </a:solidFill>
                <a:latin typeface="Arial Narrow"/>
              </a:defRPr>
            </a:pPr>
            <a:r>
              <a:t>MERCURY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CLOSEST PLANET TO THE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SUN WITH HIGH TEMPERATURE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&amp; A VERY THIN ATMOSPHERE</a:t>
            </a:r>
          </a:p>
        </p:txBody>
      </p:sp>
      <p:sp>
        <p:nvSpPr>
          <p:cNvPr id="43" name="MOON body"/>
          <p:cNvSpPr/>
          <p:nvPr/>
        </p:nvSpPr>
        <p:spPr>
          <a:xfrm>
            <a:off x="8887968" y="2029968"/>
            <a:ext cx="347472" cy="347472"/>
          </a:xfrm>
          <a:prstGeom prst="ellipse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OON shade"/>
          <p:cNvSpPr/>
          <p:nvPr/>
        </p:nvSpPr>
        <p:spPr>
          <a:xfrm rot="12000000">
            <a:off x="8887968" y="2029968"/>
            <a:ext cx="347472" cy="347472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9A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OON label"/>
          <p:cNvSpPr txBox="1"/>
          <p:nvPr/>
        </p:nvSpPr>
        <p:spPr>
          <a:xfrm>
            <a:off x="6355080" y="1691640"/>
            <a:ext cx="2377440" cy="9601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i="1" b="1">
                <a:solidFill>
                  <a:srgbClr val="E8EEF8"/>
                </a:solidFill>
                <a:latin typeface="Arial Narrow"/>
              </a:defRPr>
            </a:pPr>
            <a:r>
              <a:t>MOON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RELATIVELY SMALL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&amp; ONE FOURTH THE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SIZE OF EARTH</a:t>
            </a:r>
          </a:p>
        </p:txBody>
      </p:sp>
      <p:sp>
        <p:nvSpPr>
          <p:cNvPr id="46" name="EARTH body"/>
          <p:cNvSpPr/>
          <p:nvPr/>
        </p:nvSpPr>
        <p:spPr>
          <a:xfrm>
            <a:off x="9189720" y="3127248"/>
            <a:ext cx="621792" cy="621792"/>
          </a:xfrm>
          <a:prstGeom prst="ellipse">
            <a:avLst/>
          </a:prstGeom>
          <a:solidFill>
            <a:srgbClr val="4D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ARTH shade"/>
          <p:cNvSpPr/>
          <p:nvPr/>
        </p:nvSpPr>
        <p:spPr>
          <a:xfrm rot="12000000">
            <a:off x="9189720" y="3127248"/>
            <a:ext cx="621792" cy="621792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2E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ARTH label"/>
          <p:cNvSpPr txBox="1"/>
          <p:nvPr/>
        </p:nvSpPr>
        <p:spPr>
          <a:xfrm>
            <a:off x="9948672" y="3063240"/>
            <a:ext cx="214884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i="1" b="1">
                <a:solidFill>
                  <a:srgbClr val="4DC8C0"/>
                </a:solidFill>
                <a:latin typeface="Arial Narrow"/>
              </a:defRPr>
            </a:pPr>
            <a:r>
              <a:t>EARTH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ONLY KNOWN PLANET TO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SUPPORT LIFE &amp; ITS DIVERSE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ECOSYSTEMS</a:t>
            </a:r>
          </a:p>
        </p:txBody>
      </p:sp>
      <p:sp>
        <p:nvSpPr>
          <p:cNvPr id="49" name="MARS body"/>
          <p:cNvSpPr/>
          <p:nvPr/>
        </p:nvSpPr>
        <p:spPr>
          <a:xfrm>
            <a:off x="1993392" y="2999232"/>
            <a:ext cx="530352" cy="530352"/>
          </a:xfrm>
          <a:prstGeom prst="ellipse">
            <a:avLst/>
          </a:prstGeom>
          <a:solidFill>
            <a:srgbClr val="E07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ARS shade"/>
          <p:cNvSpPr/>
          <p:nvPr/>
        </p:nvSpPr>
        <p:spPr>
          <a:xfrm rot="12000000">
            <a:off x="1993392" y="2999232"/>
            <a:ext cx="530352" cy="530352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B84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MARS label"/>
          <p:cNvSpPr txBox="1"/>
          <p:nvPr/>
        </p:nvSpPr>
        <p:spPr>
          <a:xfrm>
            <a:off x="137160" y="2788920"/>
            <a:ext cx="17830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i="1" b="1">
                <a:solidFill>
                  <a:srgbClr val="E06828"/>
                </a:solidFill>
                <a:latin typeface="Arial Narrow"/>
              </a:defRPr>
            </a:pPr>
            <a:r>
              <a:t>MARS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EVIDENCE SUGGESTS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THAT LIQUID WATER MAY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EXIST THERE</a:t>
            </a:r>
          </a:p>
        </p:txBody>
      </p:sp>
      <p:sp>
        <p:nvSpPr>
          <p:cNvPr id="52" name="JUPITER body"/>
          <p:cNvSpPr/>
          <p:nvPr/>
        </p:nvSpPr>
        <p:spPr>
          <a:xfrm>
            <a:off x="2084831" y="4828032"/>
            <a:ext cx="713232" cy="713232"/>
          </a:xfrm>
          <a:prstGeom prst="ellipse">
            <a:avLst/>
          </a:prstGeom>
          <a:solidFill>
            <a:srgbClr val="E07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JUPITER shade"/>
          <p:cNvSpPr/>
          <p:nvPr/>
        </p:nvSpPr>
        <p:spPr>
          <a:xfrm rot="12000000">
            <a:off x="2084831" y="4828032"/>
            <a:ext cx="713232" cy="713232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B84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JUPITER label"/>
          <p:cNvSpPr txBox="1"/>
          <p:nvPr/>
        </p:nvSpPr>
        <p:spPr>
          <a:xfrm>
            <a:off x="2907792" y="4773168"/>
            <a:ext cx="26517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i="1" b="1">
                <a:solidFill>
                  <a:srgbClr val="E070B8"/>
                </a:solidFill>
                <a:latin typeface="Arial Narrow"/>
              </a:defRPr>
            </a:pPr>
            <a:r>
              <a:t>JUPITER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GAS GIANT CONSISTS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OF HYDROGEN &amp; HELIUM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WITH NO SOLID SURFACE</a:t>
            </a:r>
          </a:p>
        </p:txBody>
      </p:sp>
      <p:sp>
        <p:nvSpPr>
          <p:cNvPr id="55" name="VENUS body"/>
          <p:cNvSpPr/>
          <p:nvPr/>
        </p:nvSpPr>
        <p:spPr>
          <a:xfrm>
            <a:off x="4736592" y="5742432"/>
            <a:ext cx="566928" cy="566928"/>
          </a:xfrm>
          <a:prstGeom prst="ellipse">
            <a:avLst/>
          </a:prstGeom>
          <a:solidFill>
            <a:srgbClr val="D08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ENUS shade"/>
          <p:cNvSpPr/>
          <p:nvPr/>
        </p:nvSpPr>
        <p:spPr>
          <a:xfrm rot="12000000">
            <a:off x="4736592" y="5742432"/>
            <a:ext cx="566928" cy="566928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A85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ENUS label"/>
          <p:cNvSpPr txBox="1"/>
          <p:nvPr/>
        </p:nvSpPr>
        <p:spPr>
          <a:xfrm>
            <a:off x="5440680" y="5596128"/>
            <a:ext cx="233172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i="1" b="1">
                <a:solidFill>
                  <a:srgbClr val="E08040"/>
                </a:solidFill>
                <a:latin typeface="Arial Narrow"/>
              </a:defRPr>
            </a:pPr>
            <a:r>
              <a:t>VENUS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THICK ATMOSPHERE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MOSTLY COMPOSED OF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CARBON DIOXIDE</a:t>
            </a:r>
          </a:p>
        </p:txBody>
      </p:sp>
      <p:sp>
        <p:nvSpPr>
          <p:cNvPr id="58" name="URANUS body"/>
          <p:cNvSpPr/>
          <p:nvPr/>
        </p:nvSpPr>
        <p:spPr>
          <a:xfrm>
            <a:off x="11173968" y="5376672"/>
            <a:ext cx="713232" cy="713232"/>
          </a:xfrm>
          <a:prstGeom prst="ellipse">
            <a:avLst/>
          </a:prstGeom>
          <a:solidFill>
            <a:srgbClr val="5E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URANUS shade"/>
          <p:cNvSpPr/>
          <p:nvPr/>
        </p:nvSpPr>
        <p:spPr>
          <a:xfrm rot="12000000">
            <a:off x="11173968" y="5376672"/>
            <a:ext cx="713232" cy="713232"/>
          </a:xfrm>
          <a:prstGeom prst="pie">
            <a:avLst>
              <a:gd name="adj1" fmla="val 0"/>
              <a:gd name="adj2" fmla="val 10800000"/>
            </a:avLst>
          </a:prstGeom>
          <a:solidFill>
            <a:srgbClr val="2E9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URANUS label"/>
          <p:cNvSpPr txBox="1"/>
          <p:nvPr/>
        </p:nvSpPr>
        <p:spPr>
          <a:xfrm>
            <a:off x="8092440" y="5349240"/>
            <a:ext cx="29260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800" i="1" b="1">
                <a:solidFill>
                  <a:srgbClr val="4EC0E0"/>
                </a:solidFill>
                <a:latin typeface="Arial Narrow"/>
              </a:defRPr>
            </a:pPr>
            <a:r>
              <a:t>URANUS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ICE GIANT ROTATES ON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ITS SIDE WITH DISTINCT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000" i="1" b="1">
                <a:solidFill>
                  <a:srgbClr val="F4F6FB"/>
                </a:solidFill>
                <a:latin typeface="Arial Narrow"/>
              </a:defRPr>
            </a:pPr>
            <a:r>
              <a:t>APPEARANCE</a:t>
            </a:r>
          </a:p>
        </p:txBody>
      </p:sp>
    </p:spTree>
    <p:bg>
      <p:bgPr>
        <a:gradFill flip="none" rotWithShape="1">
          <a:gsLst>
            <a:gs pos="0">
              <a:srgbClr val="2A3F8A"/>
            </a:gs>
            <a:gs pos="40000">
              <a:srgbClr val="1A2268"/>
            </a:gs>
            <a:gs pos="100000">
              <a:srgbClr val="0A071C"/>
            </a:gs>
          </a:gsLst>
          <a:path path="circle">
            <a:fillToRect l="50000" t="50000" r="50000" b="50000"/>
          </a:path>
        </a:gradFill>
        <a:effectLst/>
      </p:bgPr>
    </p:bg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presetID="23" presetClass="entr" presetSubtype="0" fill="hold" grpId="0" nodeType="click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5" dur="750" fill="hold"/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6" dur="750" fill="hold"/>
                                              <p:tgtEl>
                                                <p:spTgt spid="2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3" dur="750"/>
                                              <p:tgtEl>
                                                <p:spTgt spid="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" fill="hold">
                                  <p:stCondLst>
                                    <p:cond delay="50"/>
                                  </p:stCondLst>
                                  <p:childTnLst>
                                    <p:par>
                                      <p:cTn id="13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1" dur="750" fill="hold"/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12" dur="750" fill="hold"/>
                                              <p:tgtEl>
                                                <p:spTgt spid="3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9" dur="750"/>
                                              <p:tgtEl>
                                                <p:spTgt spid="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fill="hold">
                                  <p:stCondLst>
                                    <p:cond delay="100"/>
                                  </p:stCondLst>
                                  <p:childTnLst>
                                    <p:par>
                                      <p:cTn id="19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17" dur="750" fill="hold"/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18" dur="750" fill="hold"/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15" dur="750"/>
                                              <p:tgtEl>
                                                <p:spTgt spid="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6" fill="hold">
                                  <p:stCondLst>
                                    <p:cond delay="150"/>
                                  </p:stCondLst>
                                  <p:childTnLst>
                                    <p:par>
                                      <p:cTn id="25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23" dur="750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24" dur="750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21" dur="750"/>
                                              <p:tgtEl>
                                                <p:spTgt spid="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fill="hold">
                                  <p:stCondLst>
                                    <p:cond delay="200"/>
                                  </p:stCondLst>
                                  <p:childTnLst>
                                    <p:par>
                                      <p:cTn id="31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29" dur="750" fill="hold"/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30" dur="750" fill="hold"/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27" dur="750"/>
                                              <p:tgtEl>
                                                <p:spTgt spid="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fill="hold">
                                  <p:stCondLst>
                                    <p:cond delay="250"/>
                                  </p:stCondLst>
                                  <p:childTnLst>
                                    <p:par>
                                      <p:cTn id="37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35" dur="75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36" dur="75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33" dur="750"/>
                                              <p:tgtEl>
                                                <p:spTgt spid="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4" fill="hold">
                                  <p:stCondLst>
                                    <p:cond delay="300"/>
                                  </p:stCondLst>
                                  <p:childTnLst>
                                    <p:par>
                                      <p:cTn id="43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41" dur="75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42" dur="75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39" dur="750"/>
                                              <p:tgtEl>
                                                <p:spTgt spid="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0" fill="hold">
                                  <p:stCondLst>
                                    <p:cond delay="350"/>
                                  </p:stCondLst>
                                  <p:childTnLst>
                                    <p:par>
                                      <p:cTn id="49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47" dur="75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48" dur="75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45" dur="750"/>
                                              <p:tgtEl>
                                                <p:spTgt spid="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6" fill="hold">
                                  <p:stCondLst>
                                    <p:cond delay="400"/>
                                  </p:stCondLst>
                                  <p:childTnLst>
                                    <p:par>
                                      <p:cTn id="55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53" dur="75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54" dur="75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51" dur="750"/>
                                              <p:tgtEl>
                                                <p:spTgt spid="1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2" fill="hold">
                                  <p:stCondLst>
                                    <p:cond delay="450"/>
                                  </p:stCondLst>
                                  <p:childTnLst>
                                    <p:par>
                                      <p:cTn id="61" presetID="23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>
                                              <p:cTn id="59" dur="75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w"/>
                                                </p:val>
                                              </p:tav>
                                            </p:tavLst>
                                          </p:anim>
                                          <p:anim calcmode="lin" valueType="num">
                                            <p:cBhvr>
                                              <p:cTn id="60" dur="75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ppt_h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h"/>
                                                </p:val>
                                              </p:tav>
                                            </p:tavLst>
                                          </p:anim>
                                          <p:animEffect transition="in" filter="fade">
                                            <p:cBhvr>
                                              <p:cTn id="57" dur="750"/>
                                              <p:tgtEl>
                                                <p:spTgt spid="1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9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6" presetID="44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Rot by="21600000">
                                            <p:cBhvr>
                                              <p:cTn id="63" dur="1000" fill="hold"/>
                                              <p:tgtEl>
                                                <p:spTgt spid="30"/>
                                              </p:tgtEl>
                                              <p:attrNameLst>
                                                <p:attrName>r</p:attrName>
                                              </p:attrNameLst>
                                            </p:cBhvr>
                                          </p:animRot>
                                          <p:animEffect transition="in" filter="fade">
                                            <p:cBhvr>
                                              <p:cTn id="64" dur="10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68" presetID="6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Scale>
                                            <p:cBhvr>
                                              <p:cTn id="67" dur="2000" fill="hold" autoRev="1" repeatCount="indefinite" accel="50000" decel="50000"/>
                                              <p:tgtEl>
                                                <p:spTgt spid="30"/>
                                              </p:tgtEl>
                                            </p:cBhvr>
                                            <p:to>
                                              <p:ptStr x="1.08" y="1.08"/>
                                            </p:to>
                                          </p:animScale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6" fill="hold">
                                  <p:stCondLst>
                                    <p:cond delay="150"/>
                                  </p:stCondLst>
                                  <p:childTnLst>
                                    <p:par>
                                      <p:cTn id="73" presetID="44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Rot by="21600000">
                                            <p:cBhvr>
                                              <p:cTn id="70" dur="1000" fill="hold"/>
                                              <p:tgtEl>
                                                <p:spTgt spid="31"/>
                                              </p:tgtEl>
                                              <p:attrNameLst>
                                                <p:attrName>r</p:attrName>
                                              </p:attrNameLst>
                                            </p:cBhvr>
                                          </p:animRot>
                                          <p:animEffect transition="in" filter="fade">
                                            <p:cBhvr>
                                              <p:cTn id="71" dur="10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75" presetID="6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Scale>
                                            <p:cBhvr>
                                              <p:cTn id="74" dur="2000" fill="hold" autoRev="1" repeatCount="indefinite" accel="50000" decel="50000"/>
                                              <p:tgtEl>
                                                <p:spTgt spid="31"/>
                                              </p:tgtEl>
                                            </p:cBhvr>
                                            <p:to>
                                              <p:ptStr x="1.08" y="1.08"/>
                                            </p:to>
                                          </p:animScale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300"/>
                                  </p:stCondLst>
                                  <p:childTnLst>
                                    <p:par>
                                      <p:cTn id="80" presetID="44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Rot by="21600000">
                                            <p:cBhvr>
                                              <p:cTn id="77" dur="1000" fill="hold"/>
                                              <p:tgtEl>
                                                <p:spTgt spid="32"/>
                                              </p:tgtEl>
                                              <p:attrNameLst>
                                                <p:attrName>r</p:attrName>
                                              </p:attrNameLst>
                                            </p:cBhvr>
                                          </p:animRot>
                                          <p:animEffect transition="in" filter="fade">
                                            <p:cBhvr>
                                              <p:cTn id="78" dur="10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2" presetID="6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Scale>
                                            <p:cBhvr>
                                              <p:cTn id="81" dur="2000" fill="hold" autoRev="1" repeatCount="indefinite" accel="50000" decel="50000"/>
                                              <p:tgtEl>
                                                <p:spTgt spid="32"/>
                                              </p:tgtEl>
                                            </p:cBhvr>
                                            <p:to>
                                              <p:ptStr x="1.08" y="1.08"/>
                                            </p:to>
                                          </p:animScale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0" fill="hold">
                                  <p:stCondLst>
                                    <p:cond delay="450"/>
                                  </p:stCondLst>
                                  <p:childTnLst>
                                    <p:par>
                                      <p:cTn id="87" presetID="44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Rot by="21600000">
                                            <p:cBhvr>
                                              <p:cTn id="84" dur="1000" fill="hold"/>
                                              <p:tgtEl>
                                                <p:spTgt spid="33"/>
                                              </p:tgtEl>
                                              <p:attrNameLst>
                                                <p:attrName>r</p:attrName>
                                              </p:attrNameLst>
                                            </p:cBhvr>
                                          </p:animRot>
                                          <p:animEffect transition="in" filter="fade">
                                            <p:cBhvr>
                                              <p:cTn id="85" dur="10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89" presetID="6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Scale>
                                            <p:cBhvr>
                                              <p:cTn id="88" dur="2000" fill="hold" autoRev="1" repeatCount="indefinite" accel="50000" decel="50000"/>
                                              <p:tgtEl>
                                                <p:spTgt spid="33"/>
                                              </p:tgtEl>
                                            </p:cBhvr>
                                            <p:to>
                                              <p:ptStr x="1.08" y="1.08"/>
                                            </p:to>
                                          </p:animScale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1" dur="250"/>
                                              <p:tgtEl>
                                                <p:spTgt spid="1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95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94" dur="2500" fill="hold" autoRev="1" repeatCount="indefinite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97" dur="250"/>
                                              <p:tgtEl>
                                                <p:spTgt spid="1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1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00" dur="2500" fill="hold" autoRev="1" repeatCount="indefinite"/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3" dur="250"/>
                                              <p:tgtEl>
                                                <p:spTgt spid="1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07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06" dur="2500" fill="hold" autoRev="1" repeatCount="indefinite"/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09" dur="250"/>
                                              <p:tgtEl>
                                                <p:spTgt spid="1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3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12" dur="2500" fill="hold" autoRev="1" repeatCount="indefinite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15" dur="250"/>
                                              <p:tgtEl>
                                                <p:spTgt spid="1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19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18" dur="2500" fill="hold" autoRev="1" repeatCount="indefinite"/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1" dur="250"/>
                                              <p:tgtEl>
                                                <p:spTgt spid="1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25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24" dur="2500" fill="hold" autoRev="1" repeatCount="indefinite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27" dur="250"/>
                                              <p:tgtEl>
                                                <p:spTgt spid="1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1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30" dur="2500" fill="hold" autoRev="1" repeatCount="indefinite"/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3" dur="250"/>
                                              <p:tgtEl>
                                                <p:spTgt spid="1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37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36" dur="2500" fill="hold" autoRev="1" repeatCount="indefinite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39" dur="250"/>
                                              <p:tgtEl>
                                                <p:spTgt spid="2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3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42" dur="2500" fill="hold" autoRev="1" repeatCount="indefinite"/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4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45" dur="250"/>
                                              <p:tgtEl>
                                                <p:spTgt spid="2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49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48" dur="2500" fill="hold" autoRev="1" repeatCount="indefinite"/>
                                              <p:tgtEl>
                                                <p:spTgt spid="21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1" dur="250"/>
                                              <p:tgtEl>
                                                <p:spTgt spid="2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55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54" dur="2500" fill="hold" autoRev="1" repeatCount="indefinite"/>
                                              <p:tgtEl>
                                                <p:spTgt spid="22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57" dur="250"/>
                                              <p:tgtEl>
                                                <p:spTgt spid="23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1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60" dur="2500" fill="hold" autoRev="1" repeatCount="indefinite"/>
                                              <p:tgtEl>
                                                <p:spTgt spid="23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6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3" dur="250"/>
                                              <p:tgtEl>
                                                <p:spTgt spid="2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67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66" dur="2500" fill="hold" autoRev="1" repeatCount="indefinite"/>
                                              <p:tgtEl>
                                                <p:spTgt spid="24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4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69" dur="250"/>
                                              <p:tgtEl>
                                                <p:spTgt spid="2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3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72" dur="2500" fill="hold" autoRev="1" repeatCount="indefinite"/>
                                              <p:tgtEl>
                                                <p:spTgt spid="25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0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7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75" dur="250"/>
                                              <p:tgtEl>
                                                <p:spTgt spid="2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79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78" dur="2500" fill="hold" autoRev="1" repeatCount="indefinite"/>
                                              <p:tgtEl>
                                                <p:spTgt spid="26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6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8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1" dur="250"/>
                                              <p:tgtEl>
                                                <p:spTgt spid="2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85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84" dur="2500" fill="hold" autoRev="1" repeatCount="indefinite"/>
                                              <p:tgtEl>
                                                <p:spTgt spid="27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2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8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87" dur="250"/>
                                              <p:tgtEl>
                                                <p:spTgt spid="2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91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90" dur="2500" fill="hold" autoRev="1" repeatCount="indefinite"/>
                                              <p:tgtEl>
                                                <p:spTgt spid="28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8" fill="hold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9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193" dur="250"/>
                                              <p:tgtEl>
                                                <p:spTgt spid="2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197" presetID="9" presetClass="emp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Clr clrSpc="rgb">
                                            <p:cBhvr>
                                              <p:cTn id="196" dur="2500" fill="hold" autoRev="1" repeatCount="indefinite"/>
                                              <p:tgtEl>
                                                <p:spTgt spid="29"/>
                                              </p:tgtEl>
                                              <p:attrNameLst>
                                                <p:attrName>fillcolor</p:attrName>
                                              </p:attrNameLst>
                                            </p:cBhvr>
                                            <p:to>
                                              <a:srgbClr val="FFE566"/>
                                            </p:to>
                                          </p:animCl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1" dur="15000" fill="hold" repeatCount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03" dur="15000" fill="hold" repeatCount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0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20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0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05" dur="250"/>
                                              <p:tgtEl>
                                                <p:spTgt spid="42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09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0.08 0 E" pathEditMode="relative">
                                            <p:cBhvr>
                                              <p:cTn id="208" dur="2000" fill="hold" autoRev="1" repeatCount="indefinite"/>
                                              <p:tgtEl>
                                                <p:spTgt spid="42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3" dur="15000" fill="hold" repeatCount="indefinite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5" dur="15000" fill="hold" repeatCount="indefinite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2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21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17" dur="250"/>
                                              <p:tgtEl>
                                                <p:spTgt spid="57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21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-0.08 0 E" pathEditMode="relative">
                                            <p:cBhvr>
                                              <p:cTn id="220" dur="2000" fill="hold" autoRev="1" repeatCount="indefinite"/>
                                              <p:tgtEl>
                                                <p:spTgt spid="57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5" dur="15000" fill="hold" repeatCount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27" dur="15000" fill="hold" repeatCount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4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23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3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29" dur="250"/>
                                              <p:tgtEl>
                                                <p:spTgt spid="48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33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-0.08 0 E" pathEditMode="relative">
                                            <p:cBhvr>
                                              <p:cTn id="232" dur="2000" fill="hold" autoRev="1" repeatCount="indefinite"/>
                                              <p:tgtEl>
                                                <p:spTgt spid="48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7" dur="15000" fill="hold" repeatCount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9" dur="15000" fill="hold" repeatCount="indefinite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6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24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4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41" dur="250"/>
                                              <p:tgtEl>
                                                <p:spTgt spid="45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45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0.08 0 E" pathEditMode="relative">
                                            <p:cBhvr>
                                              <p:cTn id="244" dur="2000" fill="hold" autoRev="1" repeatCount="indefinite"/>
                                              <p:tgtEl>
                                                <p:spTgt spid="45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49" dur="15000" fill="hold" repeatCount="indefinite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2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51" dur="15000" fill="hold" repeatCount="indefinite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8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255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4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53" dur="250"/>
                                              <p:tgtEl>
                                                <p:spTgt spid="51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57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0.08 0 E" pathEditMode="relative">
                                            <p:cBhvr>
                                              <p:cTn id="256" dur="2000" fill="hold" autoRev="1" repeatCount="indefinite"/>
                                              <p:tgtEl>
                                                <p:spTgt spid="51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1" dur="15000" fill="hold" repeatCount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4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3" dur="15000" fill="hold" repeatCount="indefinite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0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267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66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65" dur="250"/>
                                              <p:tgtEl>
                                                <p:spTgt spid="54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69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-0.08 0 E" pathEditMode="relative">
                                            <p:cBhvr>
                                              <p:cTn id="268" dur="2000" fill="hold" autoRev="1" repeatCount="indefinite"/>
                                              <p:tgtEl>
                                                <p:spTgt spid="54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73" dur="15000" fill="hold" repeatCount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6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75" dur="15000" fill="hold" repeatCount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2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279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78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77" dur="250"/>
                                              <p:tgtEl>
                                                <p:spTgt spid="39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81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0.08 0 E" pathEditMode="relative">
                                            <p:cBhvr>
                                              <p:cTn id="280" dur="2000" fill="hold" autoRev="1" repeatCount="indefinite"/>
                                              <p:tgtEl>
                                                <p:spTgt spid="39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5" dur="15000" fill="hold" repeatCount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8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7" dur="15000" fill="hold" repeatCount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4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291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0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289" dur="250"/>
                                              <p:tgtEl>
                                                <p:spTgt spid="60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293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0.08 0 E" pathEditMode="relative">
                                            <p:cBhvr>
                                              <p:cTn id="292" dur="2000" fill="hold" autoRev="1" repeatCount="indefinite"/>
                                              <p:tgtEl>
                                                <p:spTgt spid="60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97" dur="15000" fill="hold" repeatCount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0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99" dur="15000" fill="hold" repeatCount="indefinite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6" fill="hold">
                                  <p:stCondLst>
                                    <p:cond delay="750"/>
                                  </p:stCondLst>
                                  <p:childTnLst>
                                    <p:par>
                                      <p:cTn id="303" presetID="10" presetClass="entr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02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Effect transition="in" filter="fade">
                                            <p:cBhvr>
                                              <p:cTn id="301" dur="250"/>
                                              <p:tgtEl>
                                                <p:spTgt spid="36"/>
                                              </p:tgtEl>
                                            </p:cBhvr>
                                          </p:animEffect>
                                        </p:childTnLst>
                                      </p:cTn>
                                    </p:par>
                                    <p:par>
                                      <p:cTn id="305" presetID="0" presetClass="path" presetSubtype="0" fill="hold" grpId="0" nodeType="with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animMotion origin="layout" path="M 0 0 L -0.08 0 E" pathEditMode="relative">
                                            <p:cBhvr>
                                              <p:cTn id="304" dur="2000" fill="hold" autoRev="1" repeatCount="indefinite"/>
                                              <p:tgtEl>
                                                <p:spTgt spid="36"/>
                                              </p:tgtEl>
                                              <p:attrNameLst>
                                                <p:attrName>ppt_x</p:attrName>
                                                <p:attrName>ppt_y</p:attrName>
                                              </p:attrNameLst>
                                            </p:cBhvr>
                                          </p:animMotion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="1"/>
      <p:bldP spid="3" grpId="0" anim="1"/>
      <p:bldP spid="4" grpId="0" anim="1"/>
      <p:bldP spid="5" grpId="0" anim="1"/>
      <p:bldP spid="6" grpId="0" anim="1"/>
      <p:bldP spid="7" grpId="0" anim="1"/>
      <p:bldP spid="8" grpId="0" anim="1"/>
      <p:bldP spid="9" grpId="0" anim="1"/>
      <p:bldP spid="10" grpId="0" anim="1"/>
      <p:bldP spid="11" grpId="0" anim="1"/>
      <p:bldP spid="30" grpId="0" anim="1"/>
      <p:bldP spid="31" grpId="0" anim="1"/>
      <p:bldP spid="32" grpId="0" anim="1"/>
      <p:bldP spid="33" grpId="0" anim="1"/>
      <p:bldP spid="12" grpId="0" anim="1"/>
      <p:bldP spid="13" grpId="0" anim="1"/>
      <p:bldP spid="14" grpId="0" anim="1"/>
      <p:bldP spid="15" grpId="0" anim="1"/>
      <p:bldP spid="16" grpId="0" anim="1"/>
      <p:bldP spid="17" grpId="0" anim="1"/>
      <p:bldP spid="18" grpId="0" anim="1"/>
      <p:bldP spid="19" grpId="0" anim="1"/>
      <p:bldP spid="20" grpId="0" anim="1"/>
      <p:bldP spid="21" grpId="0" anim="1"/>
      <p:bldP spid="22" grpId="0" anim="1"/>
      <p:bldP spid="23" grpId="0" anim="1"/>
      <p:bldP spid="24" grpId="0" anim="1"/>
      <p:bldP spid="25" grpId="0" anim="1"/>
      <p:bldP spid="26" grpId="0" anim="1"/>
      <p:bldP spid="27" grpId="0" anim="1"/>
      <p:bldP spid="28" grpId="0" anim="1"/>
      <p:bldP spid="29" grpId="0" anim="1"/>
      <p:bldP spid="34" grpId="0" anim="1"/>
      <p:bldP spid="35" grpId="0" anim="1"/>
      <p:bldP spid="36" grpId="0" anim="1"/>
      <p:bldP spid="37" grpId="0" anim="1"/>
      <p:bldP spid="38" grpId="0" anim="1"/>
      <p:bldP spid="39" grpId="0" anim="1"/>
      <p:bldP spid="40" grpId="0" anim="1"/>
      <p:bldP spid="41" grpId="0" anim="1"/>
      <p:bldP spid="42" grpId="0" anim="1"/>
      <p:bldP spid="43" grpId="0" anim="1"/>
      <p:bldP spid="44" grpId="0" anim="1"/>
      <p:bldP spid="45" grpId="0" anim="1"/>
      <p:bldP spid="46" grpId="0" anim="1"/>
      <p:bldP spid="47" grpId="0" anim="1"/>
      <p:bldP spid="48" grpId="0" anim="1"/>
      <p:bldP spid="49" grpId="0" anim="1"/>
      <p:bldP spid="50" grpId="0" anim="1"/>
      <p:bldP spid="51" grpId="0" anim="1"/>
      <p:bldP spid="52" grpId="0" anim="1"/>
      <p:bldP spid="53" grpId="0" anim="1"/>
      <p:bldP spid="54" grpId="0" anim="1"/>
      <p:bldP spid="55" grpId="0" anim="1"/>
      <p:bldP spid="56" grpId="0" anim="1"/>
      <p:bldP spid="57" grpId="0" anim="1"/>
      <p:bldP spid="58" grpId="0" anim="1"/>
      <p:bldP spid="59" grpId="0" anim="1"/>
      <p:bldP spid="60" grpId="0" anim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